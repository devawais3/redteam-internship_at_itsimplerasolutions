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68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293F"/>
          </a:solidFill>
          <a:ln/>
        </p:spPr>
      </p:sp>
      <p:sp>
        <p:nvSpPr>
          <p:cNvPr id="4" name="Shape 2"/>
          <p:cNvSpPr/>
          <p:nvPr/>
        </p:nvSpPr>
        <p:spPr>
          <a:xfrm>
            <a:off x="3383280" y="1280160"/>
            <a:ext cx="4572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1280160"/>
            <a:ext cx="0" cy="45720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 smtClean="0">
                <a:solidFill>
                  <a:srgbClr val="2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IT-SIMPLERA SOLUTIONS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Analyst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F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Program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FINAL WEEK PROJECT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Cybersecurity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 smtClean="0">
                <a:solidFill>
                  <a:srgbClr val="CF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Assessment. Nimbus </a:t>
            </a:r>
            <a:r>
              <a:rPr lang="en-US" sz="1400" dirty="0">
                <a:solidFill>
                  <a:srgbClr val="CF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Co.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Awais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Analyst Intern — Red Team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32461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Shaheer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54880" y="3794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Analyst Intern — Red Team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4434840"/>
            <a:ext cx="5669280" cy="0"/>
          </a:xfrm>
          <a:prstGeom prst="line">
            <a:avLst/>
          </a:prstGeom>
          <a:noFill/>
          <a:ln w="12700">
            <a:solidFill>
              <a:srgbClr val="2A42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F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 / MENTOR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06640" y="4663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Talal Rehan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5047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F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6640" y="50474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IT-SIMPLERA Solutions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54315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F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SUBMISSION DEADLINE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6640" y="543153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&amp;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 — Project Scope &amp;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an independent security assessment for Nimbus Retail Co., a company preparing to launch a new e-commerce platform.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946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two authorized lab targets: Hack This Site for web-focused reconnaissance, and Metasploitable 2 for network scanning and enumeration.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as a two-person team </a:t>
            </a:r>
            <a:r>
              <a:rPr lang="en-US" sz="16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Awais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</a:t>
            </a:r>
            <a:r>
              <a:rPr lang="en-US" sz="16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Shaheer</a:t>
            </a:r>
            <a:r>
              <a:rPr lang="en-US" sz="16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the IT-SIMPLERA project brief end to end.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776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Followed a 5-phase methodology: Foundations &amp; Network Design, Reconnaissance &amp; OSINT, Enumeration &amp; Scanning, Vulnerability Assessment, and final Reporting.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0118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548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all scanning and testing strictly to instructor-approved lab targets, with no destructive activity or out-of-scope testing.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67842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532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tools including Nmap, WHOIS, dig, Subfinder, </a:t>
            </a: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httpx</a:t>
            </a:r>
            <a:r>
              <a:rPr lang="en-US" sz="16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Word/PowerPoint for the final deliverables.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099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&amp;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 — Reconnaissance &amp; Enumeration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WHOIS and DNS enumeration (NS, A, MX, TXT, AAAA records) on hackthissite.org to map its domain and mail infrastructure.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946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 10+ live subdomains using Subfinder and httpx, and recorded status codes for each.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Fingerprinted the web technology </a:t>
            </a:r>
            <a:r>
              <a:rPr lang="en-US" sz="16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an outdated jQuery 1.8.1 library as an OWASP A06 risk.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776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 attack surface diagram linking every discovered domain, subdomain, IP address, and service together.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0118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548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4 Nmap scan types against Metasploitable 2 (default, -sV, -O, -sS) and found 23 open TCP ports.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67842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532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exact service versions on every open </a:t>
            </a:r>
            <a:r>
              <a:rPr lang="en-US" sz="16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vsftpd 2.3.4, OpenSSH 4.7p1, Apache 2.2.8, MySQL, PostgreSQL, and more.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099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 — Vulnerability Assessment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3 discovered services to real CVEs using the NVD database: vsftpd 2.3.4, OpenSSH 4.7p1, and Apache httpd 2.2.8.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946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vsftpd 2.3.4 (CVE-2011-2523</a:t>
            </a:r>
            <a:r>
              <a:rPr lang="en-US" sz="16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known backdoor, scored 9.8 CVSS, rated Critical risk.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httpd 2.2.8 (CVE-2017-7679</a:t>
            </a:r>
            <a:r>
              <a:rPr lang="en-US" sz="16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scored 9.8 CVSS, rated Critical risk.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776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OpenSSH 4.7p1 (CVE-2008-5161</a:t>
            </a:r>
            <a:r>
              <a:rPr lang="en-US" sz="16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CBC-mode weakness, scored only 3.7 CVSS, rated Low risk.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0118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548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Likelihood x Impact risk matrix and placed each finding into Critical, High, Medium, or Low.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67842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532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HTTPS/TLS </a:t>
            </a:r>
            <a:r>
              <a:rPr lang="en-US" sz="16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HTTP to HTTPS redirect, HSTS, and CSP were all in place, and explained symmetric vs asymmetric encryption use.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099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 — FINAL 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 — Reporting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a Detect, Contain, Eradicate, Recover incident response plan for a simulated critical breach.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946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a 1-page, non-technical executive summary for the CEO covering overall posture and top 3 business risks.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Rated the overall security posture as High Risk, driven by the two Critical CVEs and a wide exposed-service surface.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776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everything into one professional Vulnerability Assessment Report, following the required structure end to end.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0118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548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a 10-minute, 10-slide leadership presentation summarizing methodology, findings, and recommendations.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678424"/>
            <a:ext cx="109728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532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recommendation: patch or replace vsftpd and Apache immediately, reduce exposed services, and enforce MFA and continuous monitoring.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099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FC2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599</Words>
  <Application>Microsoft Office PowerPoint</Application>
  <PresentationFormat>Widescreen</PresentationFormat>
  <Paragraphs>58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Moorche</cp:lastModifiedBy>
  <cp:revision>3</cp:revision>
  <dcterms:created xsi:type="dcterms:W3CDTF">2026-08-25T11:28:14Z</dcterms:created>
  <dcterms:modified xsi:type="dcterms:W3CDTF">2026-08-25T11:32:51Z</dcterms:modified>
</cp:coreProperties>
</file>